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7" r:id="rId3"/>
  </p:sldIdLst>
  <p:sldSz cx="9144000" cy="5143500" type="screen16x9"/>
  <p:notesSz cx="6858000" cy="9144000"/>
  <p:embeddedFontLst>
    <p:embeddedFont>
      <p:font typeface="Golos Text SemiBold" panose="020B0604020202020204" charset="0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Golos Text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HKPdBz1c0snjD3Z8zU00YOv3w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3BFF"/>
    <a:srgbClr val="9307FE"/>
    <a:srgbClr val="CC89FF"/>
    <a:srgbClr val="56C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888" y="90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viewProps" Target="viewProps.xml"/><Relationship Id="rId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45866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1340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da3a1893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ada3a1893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20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44" name="Google Shape;44;p2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50" name="Google Shape;50;p24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9" name="Google Shape;59;p25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60" name="Google Shape;60;p25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61" name="Google Shape;61;p25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66" name="Google Shape;66;p26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67" name="Google Shape;67;p26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68" name="Google Shape;68;p26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69" name="Google Shape;69;p26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76" name="Google Shape;76;p27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77" name="Google Shape;77;p27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78" name="Google Shape;78;p27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82" name="Google Shape;82;p27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83" name="Google Shape;83;p27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102" name="Google Shape;102;p32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4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115" name="Google Shape;115;p35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37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8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8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29" name="Google Shape;129;p38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30" name="Google Shape;130;p38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31" name="Google Shape;131;p38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title"/>
          </p:nvPr>
        </p:nvSpPr>
        <p:spPr>
          <a:xfrm>
            <a:off x="1158008" y="2071364"/>
            <a:ext cx="6827984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600" dirty="0">
                <a:solidFill>
                  <a:schemeClr val="lt1"/>
                </a:solidFill>
              </a:rPr>
              <a:t>Усовершенствование модели для задачи классификации аудио</a:t>
            </a:r>
            <a:endParaRPr sz="2600" dirty="0">
              <a:solidFill>
                <a:schemeClr val="lt1"/>
              </a:solidFill>
            </a:endParaRPr>
          </a:p>
        </p:txBody>
      </p:sp>
      <p:sp>
        <p:nvSpPr>
          <p:cNvPr id="137" name="Google Shape;137;p1"/>
          <p:cNvSpPr txBox="1">
            <a:spLocks noGrp="1"/>
          </p:cNvSpPr>
          <p:nvPr>
            <p:ph type="title"/>
          </p:nvPr>
        </p:nvSpPr>
        <p:spPr>
          <a:xfrm>
            <a:off x="3316377" y="4299905"/>
            <a:ext cx="56604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5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Выполнила: Перминова Анастасия Александровна, М4121</a:t>
            </a:r>
            <a:endParaRPr sz="1500" b="0" dirty="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a3a18934_0_1"/>
          <p:cNvSpPr txBox="1"/>
          <p:nvPr/>
        </p:nvSpPr>
        <p:spPr>
          <a:xfrm>
            <a:off x="91500" y="4650900"/>
            <a:ext cx="36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2000" dirty="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xmlns="" id="{C46A5A95-1277-92D6-F43D-F9089D12A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205892"/>
              </p:ext>
            </p:extLst>
          </p:nvPr>
        </p:nvGraphicFramePr>
        <p:xfrm>
          <a:off x="717043" y="1100936"/>
          <a:ext cx="7525714" cy="346444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90805">
                  <a:extLst>
                    <a:ext uri="{9D8B030D-6E8A-4147-A177-3AD203B41FA5}">
                      <a16:colId xmlns:a16="http://schemas.microsoft.com/office/drawing/2014/main" xmlns="" val="2558459664"/>
                    </a:ext>
                  </a:extLst>
                </a:gridCol>
                <a:gridCol w="850689">
                  <a:extLst>
                    <a:ext uri="{9D8B030D-6E8A-4147-A177-3AD203B41FA5}">
                      <a16:colId xmlns:a16="http://schemas.microsoft.com/office/drawing/2014/main" xmlns="" val="3831186859"/>
                    </a:ext>
                  </a:extLst>
                </a:gridCol>
                <a:gridCol w="1320747">
                  <a:extLst>
                    <a:ext uri="{9D8B030D-6E8A-4147-A177-3AD203B41FA5}">
                      <a16:colId xmlns:a16="http://schemas.microsoft.com/office/drawing/2014/main" xmlns="" val="3517399486"/>
                    </a:ext>
                  </a:extLst>
                </a:gridCol>
                <a:gridCol w="656169"/>
                <a:gridCol w="1442763"/>
                <a:gridCol w="1464541"/>
              </a:tblGrid>
              <a:tr h="6128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Улучшение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(test)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(train)</a:t>
                      </a:r>
                      <a:endParaRPr lang="ru-RU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kaggle</a:t>
                      </a:r>
                    </a:p>
                    <a:p>
                      <a:pPr algn="ctr"/>
                      <a:r>
                        <a:rPr lang="en-US" dirty="0" smtClean="0"/>
                        <a:t>(public)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kaggle</a:t>
                      </a:r>
                    </a:p>
                    <a:p>
                      <a:pPr algn="ctr"/>
                      <a:r>
                        <a:rPr lang="en-US" dirty="0" smtClean="0"/>
                        <a:t>(private)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5510205"/>
                  </a:ext>
                </a:extLst>
              </a:tr>
              <a:tr h="546273"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0.6029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0.8362</a:t>
                      </a:r>
                      <a:endParaRPr lang="ru-RU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0.68969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0.66747</a:t>
                      </a:r>
                      <a:endParaRPr lang="ru-RU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3190002565"/>
                  </a:ext>
                </a:extLst>
              </a:tr>
              <a:tr h="546273">
                <a:tc>
                  <a:txBody>
                    <a:bodyPr/>
                    <a:lstStyle/>
                    <a:p>
                      <a:r>
                        <a:rPr lang="en-US" dirty="0"/>
                        <a:t>+ log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0.7502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0.9706</a:t>
                      </a:r>
                      <a:endParaRPr lang="ru-RU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0.76685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0.75225</a:t>
                      </a:r>
                      <a:endParaRPr lang="ru-RU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774918154"/>
                  </a:ext>
                </a:extLst>
              </a:tr>
              <a:tr h="546273">
                <a:tc>
                  <a:txBody>
                    <a:bodyPr/>
                    <a:lstStyle/>
                    <a:p>
                      <a:r>
                        <a:rPr lang="en-US" dirty="0"/>
                        <a:t>+ dropout 0.3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0.7644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0.9659</a:t>
                      </a:r>
                      <a:endParaRPr lang="ru-RU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0.77262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0.75658</a:t>
                      </a:r>
                      <a:endParaRPr lang="ru-RU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16411462"/>
                  </a:ext>
                </a:extLst>
              </a:tr>
              <a:tr h="546273">
                <a:tc>
                  <a:txBody>
                    <a:bodyPr/>
                    <a:lstStyle/>
                    <a:p>
                      <a:r>
                        <a:rPr lang="en-US" dirty="0"/>
                        <a:t>+ stratify/shuffle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0.7604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0.9629</a:t>
                      </a:r>
                      <a:endParaRPr lang="ru-RU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0.78306</a:t>
                      </a:r>
                      <a:endParaRPr lang="ru-RU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0.77566</a:t>
                      </a:r>
                      <a:endParaRPr lang="ru-RU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261704651"/>
                  </a:ext>
                </a:extLst>
              </a:tr>
              <a:tr h="666523">
                <a:tc>
                  <a:txBody>
                    <a:bodyPr/>
                    <a:lstStyle/>
                    <a:p>
                      <a:r>
                        <a:rPr lang="en-US" b="1" dirty="0"/>
                        <a:t>+ masking (frequency, time)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0.7690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0.9455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ru-RU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0.80252</a:t>
                      </a:r>
                      <a:endParaRPr lang="ru-RU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0.78127</a:t>
                      </a:r>
                      <a:endParaRPr lang="ru-RU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219292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91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66</Words>
  <Application>Microsoft Office PowerPoint</Application>
  <PresentationFormat>Экран (16:9)</PresentationFormat>
  <Paragraphs>35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Golos Text SemiBold</vt:lpstr>
      <vt:lpstr>Calibri</vt:lpstr>
      <vt:lpstr>Arial</vt:lpstr>
      <vt:lpstr>Golos Text</vt:lpstr>
      <vt:lpstr>Тема1</vt:lpstr>
      <vt:lpstr>Усовершенствование модели для задачи классификации аудио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Автоматическая расстановка ударений в незнакомых словах методами машинного обучения</dc:title>
  <dc:creator>Al</dc:creator>
  <cp:lastModifiedBy>Event Maker</cp:lastModifiedBy>
  <cp:revision>22</cp:revision>
  <dcterms:created xsi:type="dcterms:W3CDTF">2014-06-27T12:30:22Z</dcterms:created>
  <dcterms:modified xsi:type="dcterms:W3CDTF">2026-05-22T06:10:49Z</dcterms:modified>
</cp:coreProperties>
</file>